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E9EDF6"/>
                </a:solidFill>
              </a:rPr>
              <a:t>HEX - Business AI</a:t>
            </a:r>
          </a:p>
          <a:p>
            <a:r>
              <a:rPr sz="2000">
                <a:solidFill>
                  <a:srgbClr val="7C6DF5"/>
                </a:solidFill>
              </a:rPr>
              <a:t>Supply-chain risk &amp; decision intelligence, built on your own ERP data</a:t>
            </a:r>
          </a:p>
          <a:p>
            <a:r>
              <a:rPr sz="1200">
                <a:solidFill>
                  <a:srgbClr val="97A6C2"/>
                </a:solidFill>
              </a:rPr>
              <a:t>SAP Hackfest 2026  -  github.com/yuvraj4461/hex-business-ai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1.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Every company that moves physical goods sits on two disconnected worlds.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The question that matters - "how does this event actually hit us: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ERP data is rich but siloed and hard to query without SQL.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External risk intelligence exists but is generic, not tied to your lanes.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The analyst is a bottleneck for every "what does X mean for us" question.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Spreadsheet models are stale the moment a number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2. What HEX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On top of that sits a conversational layer: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Core capabilities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Integration layer - connect an ERP, a SQL replica, upload files, or use the Merge.dev unified API.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5-agent decision graph - finance, sales, operations, world-watch and risk agents run in sequence.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World Watch - real-time geopolitical, disaster, FX and price intelligence, scored and matched to your corridors.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Risk Center &amp; Scenarios - turn any event into projected exposure and compare route decisions.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Ask Your Data - conversational analytics over the org's own data, with persisted threads.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Deterministic finance engine - 48 standard financial formulas, computed exactly, never by an LLM.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3.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HEX is a three-tier application with a deliberately thin AI layer.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The stack, top to bottom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Next.js 16 / React 19 frontend (Vercel) - the command-center UI.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FastAPI backend (Render) - REST API, ~24 routers, OpenAPI-documented.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PostgreSQL (Render) - 32 tables, org-scoped, Alembic-migrated.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Integration layer - adapters -&gt; raw-record landing zone -&gt; normalizers -&gt; canonical tables.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LangGraph agent graph - fault-isolated, sequential specialist agents.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World Watch pipeline - GDELT + FX + web-search collectors on a 20-minute schedule.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Request flow for a Copilot question: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4. Technology choices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Backend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FastAPI - async, type-checked request/response models, automatic OpenAPI docs, minimal boilerplate.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SQLAlchemy 2.0 (Mapped / mapped_column) + Alembic - typed ORM and versioned schema migrations that run automatically on deploy.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LangGraph - a real state graph for the agent pipeline: explicit nodes, edges and shared state, with per-node fault isolation.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APScheduler - in-process cron for auto-sync and the World Watch refresh, with no extra infrastructure.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cryptography (Fernet) - connection credentials are encrypted at rest and never returned in an API response or a log.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pandas / openpyxl - parse uploaded CSV / XLSX files and the World Bank commodity workbook.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Frontend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Next.js 16 App Router + React 19 - route groups, typed routes, server-rendered shell.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Tailwind CSS v4 - CSS-based config with design tokens exposed as utilities.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Recharts 3 - themed chart wrappers (bar, area, donut) that match the design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5.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PostgreSQL, 32 tables, every row scoped to an organization_id.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Commercial - customers, products, orders, order_items, transactions, expenses, services.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Supply chain - suppliers, supply_routes, purchase_orders (+ lines), shipments, inventory, locations, product_materials.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Intelligence - global_events, market_signals, agriculture_signals, commodity_forecasts, demand_signals/forecasts, business_exposures.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Platform - organizations, users, connections, raw_records, data_threads (+ messages), scenarios, recommendations, audit_logs.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6. Integration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The layer that turns HEX from a demo into a product.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Components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SourceAdapter ABC + registry - one class per source type (file upload, SQL read-replica, Merge.dev accounting API).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raw_records landing zone - every fetched record is stored verbatim with a content hash, so re-syncs are idempotent.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Per-entity normalizers - map a source's columns to HEX's canonical schema using a per-connection mapping, defaulting to sensible column names.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run_sync(connection) - fetch -&gt; land -&gt; normalize -&gt; upsert -&gt; advance cursor, with per-record savepoints; it writes an audit row and never raises.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Fernet-encrypted credentials - stored in connections.credentials_encrypted; the API only ever exposes a has_credentials boolean.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Automated sync - APScheduler polls each connection on its own interval; inbound webhooks (HMAC-verified) trigger an immediate sync.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7. The 5-agent decision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Built with LangGraph. Execution is sequential and deliberate: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Fault isolation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Every agent is wrapped in a node that catches exceptions, records the failure in agent_runs, and lets the graph continue.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A partial answer from four agents beats a 500 error in a live demo.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The agents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Finance Agent - runs the deterministic finance engine (section 10) and raises threshold recommendations: thin margin, revenue contraction, volatile...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Sales Agent - order volume, fulfilment rate, cancellation rate, revenue trend, best / worst products.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Operations Agent - reads supply capacity against demand, flags bottlenecks.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World Watch Agent - matches recent high-severity events and FX shocks to the org's active corridors.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Risk Agent - synthesises exposure: affected routes, revenue at risk, cost impact, an overall risk score.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In the Copilot the user can narrow "Consult" to any subset of the five; the graph and the grounding both respect that choice.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8. World Watch - real-time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A continuous pipeline that keeps the outside-world picture current.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Collectors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GDELT DOC 2.0 API - geopolitical and natural-disaster news, classified by type and scored for severity (no more "UNKNOWN").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Frankfurter FX API - USD / EUR / CNY against INR; a move over 2% raises an FX_SHOCK market signal.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SerpApi / Tavily web search - standing queries for tariffs, price shocks, freight and inflation; provider auto-detected from the key format.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Orchestration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run_world_watch(db) runs all collectors, prunes stale noise, then recomputes exposure for every org against new HIGH / CRITICAL events.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Scheduled every 20 minutes by APScheduler and by a GitHub Actions cron that also keeps the free Render instance warm.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Surfaced as a live feed, an incident-activity chart and a scrolling headline ticker.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9. Exposure engine and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The bridge between an event and a balance sheet.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geo_exposure.event_affects() - a corridor keyword matcher (Red Sea, Suez, Hormuz, Malacca, Panama, Taiwan, Black Sea, Air) plus lane-to-corridor inference.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recompute_exposure() - rebuilds business_exposures from open shipments on affected lanes, with a route-level fallback for lanes with no shipment yet.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Wired lazily into the global-exposure summary and exposed as an explicit recompute endpoint.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Per-event scenario analysis - any event, not just the demo Red Sea one, produces a full assessment: exposure, route alternatives (Cape of Good Hope, Air...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When an event does not intersect the org's lanes, HEX says so explicitly rather than showing empty zero cards.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10. Deterministic finance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The user asked for a Finance Agent that is fast and trustable.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app/finance/formulas.py - 48 pure functions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Time value of money - FV, PV, CAGR, NPV, IRR (bisection), payback, loan payment.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Profitability - gross / operating / net margin, ROI, ROAS, markup, contribution margin.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Liquidity &amp; solvency - current / quick ratio, working capital, debt-to-equity, DSCR, interest coverage.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Cash flow - free cash flow, burn rate, runway, cash-conversion cycle.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Unit economics - CAC, LTV, LTV:CAC, CAC payback, churn, retention.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Growth - growth rate, geometric-mean growth, moving average, least-squares forecast.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How it is used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Every function raises a clean error on undefined input instead of returning NaN.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97A6C2"/>
                </a:solidFill>
              </a:rPr>
              <a:t>  . app/finance/engine.py runs a battery against the org's real data and returns each metric together with the formula string and the inputs used - fully...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11. Ask Your Data - conversational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A Hex.tech-style "ask your data" surface, scoped to what the ERP data supports.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Semantic layer - a fixed vocabulary of 9 metrics x ~10 dimensions (time, product, category, supplier, country, status).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Deterministic-first planner - unambiguous questions ("revenue by month", "top 5 products") never touch the LLM, so they answer in ~85 ms even when Gemini...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Safe executor - builds parameterised SQLAlchemy, never raw SQL, always filtered by organization_id, with a hard row cap.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Narrator - a deterministic sentence by default; optional Gemini phrasing behind a flag.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Threads - conversations persist in the database, so follow-ups ("break it down by category", "only 2026") build on the previous query and reload later.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12. AI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A chat assistant for the whole business.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Multi-turn memory - the last several turns are sent so HEX resolves "why?" and "what about last year?".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Web-grounded, selectively - it only does live web research when the question is actually about the outside world; an internal question no longer pulls a...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Agent selection - the user chooses which specialist agents to consult; grounding respects the choice.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Off-topic guard - a query with no business / market / risk meaning gets a short "here is what I can help with" reply instead of a fabricated analysis.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Deterministic core - every figure comes from the engines; Gemini only writes the prose, and a clean deterministic executive summary is served if it is...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13. Reliability - the deterministic-first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The single design decision that shapes the whole system: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All arithmetic is tested Python (test_finance.py, test_analytics_ask.py, test_analytics_overview.py, test_world_watch.py, test_exposure_real.py...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Every Gemini call has: retry-on-503, model fallback, a wall-clock budget, and a deterministic fallback answer.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Every analytical answer degrades gracefully - a slower, plainer, still-correct result instead of an error.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The system states its data limits rather than guessing past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14. Design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A dark "command center" instrument-panel theme.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Violet brand accent (#7c6df5) on a deep-navy ground; colour tokens exposed as Tailwind utilities.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Severity is meaningful - four tones (critical / elevated / stable / live) mapped from any backend status string, never hand-picked.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Panel - the signature surface, with a 3px severity rail on its leading edge. IntelCard - a viewport-bounded, internally-scrolling panel with a subtle 3D...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All numbers render mono + tabular with Indian-format currency helpers.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Navigation is data-driven from a single source, feeding both the sidebar and a full-width "Platform" mega-menu.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15. Security and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JWT authentication; an auth guard on the frontend prevents any app-shell flash before redirect.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Six roles (Super Admin, Data Admin, Analyst, Business User, Decision Maker, External Partner) with explicit permission sets; every endpoint declares the...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Fernet encryption for connection credentials at rest.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Append-only audit_logs - every mutating action writes a row; a dedicated Audit Log page renders it.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Every database query is scoped to the caller's organization_id.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16.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Backend - Render, native Python 3.13, with PostgreSQL. The app self-migrates on startup (alembic upgrade head in the lifespan), so a deploy needs no...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Frontend - Vercel, root directory frontend, API URL baked at build time, auto-deploys on push to main.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World Watch - a GitHub Actions cron hits the refresh endpoint every 20 minutes with a shared token.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render.yaml at the repo root recreates the whole environment.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~40 commits; CORS allows the Vercel preview domains via regex.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17. The platform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Fourteen authenticated pages under a single app shell: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Command Center - business, operations and global intelligence on one panel.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Global Intelligence - live disruption feed, markets, agriculture, FX.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Risk Center - turn an event into supplier / route / financial exposure.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Analytics - a 5-section performance dashboard (financial, sales, customer, product, operations).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Ask Your Data - conversational analytics with charts.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Finance - the deterministic engine: computed metrics and a formula calculator.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9EDF6"/>
                </a:solidFill>
              </a:rPr>
              <a:t>18.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Merge.dev Link onboarding - one-click connect to 50+ accounting / commerce systems.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Agentic analytics notebook - SQL / Python cells an agent can write and run.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Context Studio - a governance layer for business definitions and semantic models.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More ERP adapters (Tally, SAP), multi-currency, cross-source entity resolution.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9EDF6"/>
                </a:solidFill>
              </a:rPr>
              <a:t>- Row-level-security tenant isolation for true multi-tenant SaaS.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9EDF6"/>
                </a:solidFill>
              </a:rPr>
              <a:t>HEX - decisions, grounded in your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